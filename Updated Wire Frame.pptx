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FEE8-9C15-D43F-461C-F061E1782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F9BE2-C299-0D4C-839A-D64E7D690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E486C-1BC0-3371-7D9C-B305B716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FFF04-861A-3951-C319-A816E189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E3824-1337-CEF3-92C0-EBE7CFEE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1983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7172-B0BB-7CE8-5B5C-05B516CF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4565-4630-9196-0543-FA139C0B8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17B26-3AFD-EF84-29C9-D03DE77B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FF1B6-3FA1-7A67-EB59-A236D0D2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AD12B-D7D5-4F4A-4C23-0B823A10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60891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59F66-041A-B83B-A5D7-2431D1AA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F3416-D370-0E25-B52B-5A8B90A4B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3ED40-1B3C-A5D9-79D5-D9A759053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D0C5D-AB15-1FBF-BF94-F43628C7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40252-D5CC-4B80-9A15-03E7CFF1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7821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8C5C5-C190-C684-2FD6-59A8DFA6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FDDD-80A4-1A65-7832-A9D694F3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FED59-C1D7-9D2D-14E0-56C79AFC7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C21A7-FD56-ED7B-76CC-757C4909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CAFE9-70BA-9F29-4D9F-9399F9B93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489C6-6B38-EA91-2EB5-8A335866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3190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7499-7848-6622-FB9F-D2269873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4D702-727C-268B-686C-09D8D7A2F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DFC071-3F30-7B26-4036-EC42359D4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A9729F-B367-9D8C-F8BB-13B5003D0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0500B-939D-DA9C-6B57-2335F620A1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468C58-D914-0087-DFC4-161A2CEE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EFDC3B-9F91-9ABE-4F8A-0851BB57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9ED7B4-B8C1-E0F8-8977-8E140659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1292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9099-CA5B-FC2F-8CC8-C172B060C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0B92C-5F2E-0FB7-0839-09DB7E3BE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F2410-DAAA-255D-6CAA-0FB2ACAC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57E2E-DEB2-D1FA-E9C6-A0206EED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26559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6E3EB-40CF-EE41-201F-C3DFC66A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1BF052-B31D-DCA8-B5FA-6C90B0553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4C2B7-0F7A-1BE8-0901-F692DED6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8555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7D65-4CF6-8015-1634-25F6E174A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C5439-33FE-8046-CEC1-F002EEDF1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00774-F559-DC60-3419-73B729A90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66926-46B4-BAB9-AEF5-61D590837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AB1FF-483D-1AEC-89C5-ED6222AE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D392F-A23C-2180-0C72-C3713AEF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8457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6C38-E544-FBC6-5CB5-25D239060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3A96EF-673A-A410-22C5-FC9A5AA75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52A12-999A-D389-5F89-625AE2DBC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16504C-5B64-23C8-CDA8-E2634C49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C36CF-C68C-0C28-3E46-3A7D41909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9E5E-A420-1EC9-5B73-0469A598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4619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4085-5E25-FABE-1401-0E875A73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2913F-9441-94AB-087F-133E66C74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15033-B434-27BE-1946-6E8F9392A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EED45-8427-960D-58BB-4E510FA5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E564-EAEA-148B-297B-A6A674CA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4190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AB2284-3502-8592-994C-1D554E7790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79501-A671-D642-B35B-93E066C35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74B9C-46BC-6339-C175-1A53BCA72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67BCD-9413-05F5-663B-D17124969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A81DE-ED94-0A93-4BFA-461D429F6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19371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F4100A-721F-5FDC-6010-0380BF7C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E7959-0029-B7C4-153B-ADB5C97BC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6222D-B5C8-5AC5-44EA-41D763FDA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B2C09-F913-4CF1-9BC0-BE1CA1B62B38}" type="datetimeFigureOut">
              <a:rPr lang="en-NG" smtClean="0"/>
              <a:t>09/04/2026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1196C-14EE-5217-3AD1-94B1E30A7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5FDF5-E819-132C-52BB-1842447DE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118A6-D7E1-449F-8C6B-C4988B8F686B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9627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85284D-665D-6203-F9DE-CFBE975E39A4}"/>
              </a:ext>
            </a:extLst>
          </p:cNvPr>
          <p:cNvSpPr/>
          <p:nvPr/>
        </p:nvSpPr>
        <p:spPr>
          <a:xfrm>
            <a:off x="98323" y="147484"/>
            <a:ext cx="11956025" cy="59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29FCE5-4DE9-139E-ECF3-195D1225B80B}"/>
              </a:ext>
            </a:extLst>
          </p:cNvPr>
          <p:cNvSpPr/>
          <p:nvPr/>
        </p:nvSpPr>
        <p:spPr>
          <a:xfrm>
            <a:off x="2224551" y="240890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Sales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9D8D3B-EC9C-60E9-3B63-15DA5924CACA}"/>
              </a:ext>
            </a:extLst>
          </p:cNvPr>
          <p:cNvSpPr/>
          <p:nvPr/>
        </p:nvSpPr>
        <p:spPr>
          <a:xfrm>
            <a:off x="10604090" y="240889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Profit%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817C3F-8D8E-E2DF-18CB-05D799F5638D}"/>
              </a:ext>
            </a:extLst>
          </p:cNvPr>
          <p:cNvSpPr/>
          <p:nvPr/>
        </p:nvSpPr>
        <p:spPr>
          <a:xfrm>
            <a:off x="9048138" y="231054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Profit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011428-2E23-42CB-511E-C837913B9311}"/>
              </a:ext>
            </a:extLst>
          </p:cNvPr>
          <p:cNvSpPr/>
          <p:nvPr/>
        </p:nvSpPr>
        <p:spPr>
          <a:xfrm>
            <a:off x="7232856" y="233514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Cost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C364C6-6E81-B964-6898-A8EE83D70D03}"/>
              </a:ext>
            </a:extLst>
          </p:cNvPr>
          <p:cNvSpPr/>
          <p:nvPr/>
        </p:nvSpPr>
        <p:spPr>
          <a:xfrm>
            <a:off x="3860394" y="240890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Boxes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5D5D04-D55D-179C-40DC-0D1E21B2720C}"/>
              </a:ext>
            </a:extLst>
          </p:cNvPr>
          <p:cNvSpPr/>
          <p:nvPr/>
        </p:nvSpPr>
        <p:spPr>
          <a:xfrm>
            <a:off x="5389309" y="240890"/>
            <a:ext cx="1772266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Shipments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15A951-A5CE-4B82-EEC2-135116BDF1AA}"/>
              </a:ext>
            </a:extLst>
          </p:cNvPr>
          <p:cNvSpPr/>
          <p:nvPr/>
        </p:nvSpPr>
        <p:spPr>
          <a:xfrm>
            <a:off x="255641" y="142562"/>
            <a:ext cx="1229032" cy="118479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Corporate Logo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66D1B6-FC1E-156E-8933-F35EE8362E32}"/>
              </a:ext>
            </a:extLst>
          </p:cNvPr>
          <p:cNvSpPr/>
          <p:nvPr/>
        </p:nvSpPr>
        <p:spPr>
          <a:xfrm>
            <a:off x="98323" y="1420759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Performance</a:t>
            </a:r>
            <a:endParaRPr lang="en-N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4A0F2D-223B-3FED-B41C-62101D7C9AC3}"/>
              </a:ext>
            </a:extLst>
          </p:cNvPr>
          <p:cNvSpPr/>
          <p:nvPr/>
        </p:nvSpPr>
        <p:spPr>
          <a:xfrm>
            <a:off x="2783762" y="1420759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By Location</a:t>
            </a:r>
            <a:endParaRPr lang="en-N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C84B16-F756-6808-A33B-C62722FC0C29}"/>
              </a:ext>
            </a:extLst>
          </p:cNvPr>
          <p:cNvSpPr/>
          <p:nvPr/>
        </p:nvSpPr>
        <p:spPr>
          <a:xfrm>
            <a:off x="5469201" y="1420759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Team Performance</a:t>
            </a:r>
            <a:endParaRPr lang="en-N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74C9E9-A46A-C690-759A-FF2569C9D7D4}"/>
              </a:ext>
            </a:extLst>
          </p:cNvPr>
          <p:cNvSpPr/>
          <p:nvPr/>
        </p:nvSpPr>
        <p:spPr>
          <a:xfrm>
            <a:off x="8286152" y="1415845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Person Performance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40296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543B-B273-3893-8F6E-97A28E746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704D23-F3FC-D801-8AD6-1FF47EFB5AA5}"/>
              </a:ext>
            </a:extLst>
          </p:cNvPr>
          <p:cNvSpPr/>
          <p:nvPr/>
        </p:nvSpPr>
        <p:spPr>
          <a:xfrm>
            <a:off x="98323" y="147484"/>
            <a:ext cx="11956025" cy="599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996B5-1AC6-1BE6-F1F1-E369FB557956}"/>
              </a:ext>
            </a:extLst>
          </p:cNvPr>
          <p:cNvSpPr/>
          <p:nvPr/>
        </p:nvSpPr>
        <p:spPr>
          <a:xfrm>
            <a:off x="2224551" y="240890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Sales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AFA773-BE79-BF05-7EAD-DB3CDF8BCA9C}"/>
              </a:ext>
            </a:extLst>
          </p:cNvPr>
          <p:cNvSpPr/>
          <p:nvPr/>
        </p:nvSpPr>
        <p:spPr>
          <a:xfrm>
            <a:off x="10604090" y="240889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Profit%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912E02-660B-7377-AEC0-3594B54AAA57}"/>
              </a:ext>
            </a:extLst>
          </p:cNvPr>
          <p:cNvSpPr/>
          <p:nvPr/>
        </p:nvSpPr>
        <p:spPr>
          <a:xfrm>
            <a:off x="9048138" y="231054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Profit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29C4C9-6A5D-3B59-C17C-0B9BDAFDC021}"/>
              </a:ext>
            </a:extLst>
          </p:cNvPr>
          <p:cNvSpPr/>
          <p:nvPr/>
        </p:nvSpPr>
        <p:spPr>
          <a:xfrm>
            <a:off x="7232856" y="233514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Cost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9ECD9E-3367-8063-EBAC-1CE653052889}"/>
              </a:ext>
            </a:extLst>
          </p:cNvPr>
          <p:cNvSpPr/>
          <p:nvPr/>
        </p:nvSpPr>
        <p:spPr>
          <a:xfrm>
            <a:off x="3860394" y="240890"/>
            <a:ext cx="1332271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Boxes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D90FC7-15B4-2C29-C389-9C465A746E7E}"/>
              </a:ext>
            </a:extLst>
          </p:cNvPr>
          <p:cNvSpPr/>
          <p:nvPr/>
        </p:nvSpPr>
        <p:spPr>
          <a:xfrm>
            <a:off x="5389309" y="240890"/>
            <a:ext cx="1772266" cy="3392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Total Shipments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B59A6B4-1464-E21D-A130-D920D27E4E0B}"/>
              </a:ext>
            </a:extLst>
          </p:cNvPr>
          <p:cNvSpPr/>
          <p:nvPr/>
        </p:nvSpPr>
        <p:spPr>
          <a:xfrm>
            <a:off x="255641" y="142562"/>
            <a:ext cx="1229032" cy="118479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Corporate Logo</a:t>
            </a:r>
            <a:endParaRPr lang="en-NG" dirty="0">
              <a:solidFill>
                <a:sysClr val="windowText" lastClr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3AD1A8-CBED-811F-4FAD-253BB037714B}"/>
              </a:ext>
            </a:extLst>
          </p:cNvPr>
          <p:cNvSpPr/>
          <p:nvPr/>
        </p:nvSpPr>
        <p:spPr>
          <a:xfrm>
            <a:off x="98323" y="1420759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Trends Analysis</a:t>
            </a:r>
            <a:endParaRPr lang="en-N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14A80C-C44A-0B31-9113-E958EABE1161}"/>
              </a:ext>
            </a:extLst>
          </p:cNvPr>
          <p:cNvSpPr/>
          <p:nvPr/>
        </p:nvSpPr>
        <p:spPr>
          <a:xfrm>
            <a:off x="2783762" y="1420759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Person Performance</a:t>
            </a:r>
            <a:endParaRPr lang="en-NG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F9945F-AE16-ACC3-E96C-D5A311DC3E05}"/>
              </a:ext>
            </a:extLst>
          </p:cNvPr>
          <p:cNvSpPr/>
          <p:nvPr/>
        </p:nvSpPr>
        <p:spPr>
          <a:xfrm>
            <a:off x="5469201" y="1420759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Details</a:t>
            </a:r>
            <a:endParaRPr lang="en-NG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ABB71C-998A-F501-37B4-0967A738C575}"/>
              </a:ext>
            </a:extLst>
          </p:cNvPr>
          <p:cNvSpPr/>
          <p:nvPr/>
        </p:nvSpPr>
        <p:spPr>
          <a:xfrm>
            <a:off x="8286152" y="1415845"/>
            <a:ext cx="2408903" cy="5171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 Person Performance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35644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4FE46-8800-697E-9145-6A9FB1ED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6DF01-ADA8-6451-E90C-DEC95F47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2129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48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</cp:revision>
  <dcterms:created xsi:type="dcterms:W3CDTF">2026-03-24T10:56:08Z</dcterms:created>
  <dcterms:modified xsi:type="dcterms:W3CDTF">2026-04-09T18:11:56Z</dcterms:modified>
</cp:coreProperties>
</file>